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9" Type="http://schemas.openxmlformats.org/officeDocument/2006/relationships/slideLayout" Target="../slideLayouts/slideLayout1.xml"/><Relationship Id="rId28" Type="http://schemas.openxmlformats.org/officeDocument/2006/relationships/image" Target="../media/image28.png"/><Relationship Id="rId27" Type="http://schemas.openxmlformats.org/officeDocument/2006/relationships/image" Target="../media/image27.png"/><Relationship Id="rId26" Type="http://schemas.openxmlformats.org/officeDocument/2006/relationships/image" Target="../media/image26.jpe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9695" y="1591945"/>
            <a:ext cx="11802745" cy="409194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 rot="21600000">
            <a:off x="3708605" y="1523365"/>
            <a:ext cx="5306516" cy="520065"/>
            <a:chOff x="0" y="-126408"/>
            <a:chExt cx="5916305" cy="604563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5232400" cy="478155"/>
            </a:xfrm>
            <a:prstGeom prst="rect">
              <a:avLst/>
            </a:prstGeom>
          </p:spPr>
        </p:pic>
        <p:sp>
          <p:nvSpPr>
            <p:cNvPr id="6" name="textbox 6"/>
            <p:cNvSpPr/>
            <p:nvPr/>
          </p:nvSpPr>
          <p:spPr>
            <a:xfrm>
              <a:off x="309891" y="-126408"/>
              <a:ext cx="5606414" cy="5080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63220" algn="l" rtl="0" eaLnBrk="0">
                <a:lnSpc>
                  <a:spcPct val="81000"/>
                </a:lnSpc>
              </a:pPr>
              <a:r>
                <a:rPr sz="2300" kern="0" spc="5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NL</a:t>
              </a:r>
              <a:r>
                <a:rPr lang="en-US" sz="2300" kern="0" spc="5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 </a:t>
              </a:r>
              <a:r>
                <a:rPr sz="2300" kern="0" spc="5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:</a:t>
              </a:r>
              <a:r>
                <a:rPr lang="en-US" sz="2300" kern="0" spc="5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</a:t>
              </a:r>
              <a:r>
                <a:rPr sz="2300" kern="0" spc="4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Bio-Inspired Fusion</a:t>
              </a:r>
              <a:endParaRPr sz="23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972550" y="1816100"/>
            <a:ext cx="2814320" cy="3716655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71215" y="2148840"/>
            <a:ext cx="2771775" cy="250444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674780" y="4653279"/>
            <a:ext cx="128447" cy="241934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 rot="21600000">
            <a:off x="3280410" y="2054860"/>
            <a:ext cx="3173730" cy="3449955"/>
            <a:chOff x="0" y="-12700"/>
            <a:chExt cx="3212465" cy="3449955"/>
          </a:xfrm>
        </p:grpSpPr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3199130" cy="3424554"/>
            </a:xfrm>
            <a:prstGeom prst="rect">
              <a:avLst/>
            </a:prstGeom>
          </p:spPr>
        </p:pic>
        <p:sp>
          <p:nvSpPr>
            <p:cNvPr id="22" name="textbox 22"/>
            <p:cNvSpPr/>
            <p:nvPr/>
          </p:nvSpPr>
          <p:spPr>
            <a:xfrm>
              <a:off x="635" y="-12700"/>
              <a:ext cx="3211830" cy="34499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25550" algn="l" rtl="0" eaLnBrk="0">
                <a:lnSpc>
                  <a:spcPct val="88000"/>
                </a:lnSpc>
              </a:pPr>
              <a:r>
                <a:rPr sz="2300" b="1" kern="0" spc="6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+</a:t>
              </a:r>
              <a:endParaRPr sz="23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 rot="21600000">
            <a:off x="3297555" y="2064385"/>
            <a:ext cx="2903220" cy="3533775"/>
            <a:chOff x="94615" y="-12700"/>
            <a:chExt cx="2910840" cy="3533775"/>
          </a:xfrm>
        </p:grpSpPr>
        <p:sp>
          <p:nvSpPr>
            <p:cNvPr id="24" name="textbox 24"/>
            <p:cNvSpPr/>
            <p:nvPr/>
          </p:nvSpPr>
          <p:spPr>
            <a:xfrm>
              <a:off x="94615" y="-12700"/>
              <a:ext cx="2910840" cy="35337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6515" indent="172085" algn="l" rtl="0" eaLnBrk="0">
                <a:lnSpc>
                  <a:spcPct val="77000"/>
                </a:lnSpc>
              </a:pPr>
              <a:r>
                <a:rPr sz="2400" kern="0" spc="0" baseline="400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LSTM</a:t>
              </a:r>
              <a:r>
                <a:rPr sz="1700" kern="0" spc="5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   </a:t>
              </a:r>
              <a:r>
                <a:rPr sz="3600" b="1" kern="0" spc="0" baseline="-1200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＋</a:t>
              </a:r>
              <a:r>
                <a:rPr sz="2300" kern="0" spc="27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2700" kern="0" spc="0" baseline="400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Lightwei</a:t>
              </a:r>
              <a:r>
                <a:rPr sz="2700" kern="0" spc="-10" baseline="400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ght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      </a:t>
              </a:r>
              <a:r>
                <a:rPr sz="1600" kern="0" spc="4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Fixed - Gate</a:t>
              </a:r>
              <a:r>
                <a:rPr sz="1700" kern="0" spc="7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</a:t>
              </a:r>
              <a:r>
                <a:rPr sz="1600" kern="0" spc="4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Attention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</a:t>
              </a:r>
              <a:r>
                <a:rPr sz="1600" kern="0" spc="4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Module</a:t>
              </a:r>
              <a:endParaRPr sz="16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pic>
        <p:nvPicPr>
          <p:cNvPr id="32" name="picture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84785" y="1817370"/>
            <a:ext cx="2897505" cy="37084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430644" y="2071370"/>
            <a:ext cx="2303780" cy="3413125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3465195" y="2209800"/>
            <a:ext cx="5271135" cy="11626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2000"/>
              </a:lnSpc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(Complementary Fusion)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4000"/>
              </a:lnSpc>
              <a:spcBef>
                <a:spcPts val="530"/>
              </a:spcBef>
            </a:pPr>
            <a:r>
              <a:rPr sz="2700" kern="0" spc="0" baseline="-8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Visual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700" kern="0" spc="0" baseline="-8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Cortex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</a:t>
            </a:r>
            <a:r>
              <a:rPr sz="2700" kern="0" spc="0" baseline="10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Vestibular</a:t>
            </a:r>
            <a:endParaRPr sz="2700" baseline="10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666115" algn="l" rtl="0" eaLnBrk="0">
              <a:lnSpc>
                <a:spcPct val="81000"/>
              </a:lnSpc>
              <a:spcBef>
                <a:spcPts val="410"/>
              </a:spcBef>
              <a:tabLst>
                <a:tab pos="1610360" algn="l"/>
              </a:tabLst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	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System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066451" y="3093084"/>
            <a:ext cx="128447" cy="241935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 rot="21600000">
            <a:off x="9094469" y="3427729"/>
            <a:ext cx="2544445" cy="2008504"/>
            <a:chOff x="-12700" y="-66675"/>
            <a:chExt cx="2544445" cy="2008504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0" y="0"/>
              <a:ext cx="2518410" cy="1941829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66675"/>
              <a:ext cx="2544445" cy="19862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</a:pPr>
              <a:endParaRPr sz="5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19075" algn="l" rtl="0" eaLnBrk="0">
                <a:lnSpc>
                  <a:spcPct val="80000"/>
                </a:lnSpc>
                <a:spcBef>
                  <a:spcPts val="5"/>
                </a:spcBef>
              </a:pPr>
              <a:r>
                <a:rPr sz="1700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· 38.</a:t>
              </a:r>
              <a:r>
                <a:rPr sz="1700" kern="0" spc="18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</a:t>
              </a:r>
              <a:r>
                <a:rPr sz="1700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1%  RMSE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</a:t>
              </a:r>
              <a:r>
                <a:rPr sz="1700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↓</a:t>
              </a:r>
              <a:endParaRPr sz="17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219075" algn="l" rtl="0" eaLnBrk="0">
                <a:lnSpc>
                  <a:spcPct val="70000"/>
                </a:lnSpc>
                <a:spcBef>
                  <a:spcPts val="225"/>
                </a:spcBef>
              </a:pPr>
              <a:r>
                <a:rPr sz="1700" kern="0" spc="-4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·</a:t>
              </a:r>
              <a:r>
                <a:rPr sz="1700" kern="0" spc="2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</a:t>
              </a:r>
              <a:r>
                <a:rPr sz="1700" kern="0" spc="-4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195 VT</a:t>
              </a:r>
              <a:endParaRPr sz="17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219075" algn="l" rtl="0" eaLnBrk="0">
                <a:lnSpc>
                  <a:spcPct val="72000"/>
                </a:lnSpc>
                <a:spcBef>
                  <a:spcPts val="425"/>
                </a:spcBef>
              </a:pP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· Real-time:~31 FPS</a:t>
              </a:r>
              <a:endParaRPr sz="17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219075" algn="l" rtl="0" eaLnBrk="0">
                <a:lnSpc>
                  <a:spcPct val="81000"/>
                </a:lnSpc>
                <a:spcBef>
                  <a:spcPts val="410"/>
                </a:spcBef>
              </a:pPr>
              <a:r>
                <a:rPr sz="1700" kern="0" spc="2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· 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Zero</a:t>
              </a:r>
              <a:r>
                <a:rPr sz="1700" kern="0" spc="2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-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shot</a:t>
              </a:r>
              <a:r>
                <a:rPr sz="1700" kern="0" spc="2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deployment</a:t>
              </a:r>
              <a:endParaRPr sz="17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170815" algn="l" rtl="0" eaLnBrk="0">
                <a:lnSpc>
                  <a:spcPct val="121000"/>
                </a:lnSpc>
                <a:spcBef>
                  <a:spcPts val="5"/>
                </a:spcBef>
              </a:pPr>
              <a:endParaRPr sz="17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6720281" y="3775506"/>
            <a:ext cx="1826895" cy="1608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13410" algn="l" rtl="0" eaLnBrk="0">
              <a:lnSpc>
                <a:spcPct val="88000"/>
              </a:lnSpc>
            </a:pPr>
            <a:r>
              <a:rPr sz="2300" b="1" kern="0" spc="6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+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  <a:spcBef>
                <a:spcPts val="520"/>
              </a:spcBef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Hdc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3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grid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cell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8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8585" algn="l" rtl="0" eaLnBrk="0">
              <a:lnSpc>
                <a:spcPts val="1310"/>
              </a:lnSpc>
              <a:spcBef>
                <a:spcPts val="520"/>
              </a:spcBef>
            </a:pP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ψ              </a:t>
            </a:r>
            <a:r>
              <a:rPr lang="en-US" altLang="zh-CN" sz="1700" i="1">
                <a:sym typeface="+mn-ea"/>
              </a:rPr>
              <a:t>x,y,z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16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9240" algn="l" rtl="0" eaLnBrk="0">
              <a:lnSpc>
                <a:spcPct val="81000"/>
              </a:lnSpc>
              <a:spcBef>
                <a:spcPts val="0"/>
              </a:spcBef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4-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DoF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pose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499897" y="3115665"/>
            <a:ext cx="2255520" cy="2387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Visual</a:t>
            </a:r>
            <a:r>
              <a:rPr sz="1700" kern="0" spc="3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drift</a:t>
            </a:r>
            <a:r>
              <a:rPr sz="1700" kern="0" spc="2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</a:t>
            </a:r>
            <a:r>
              <a:rPr sz="1700" kern="0" spc="3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low-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light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54" name="picture 5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61010" y="2466974"/>
            <a:ext cx="2501900" cy="98806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454025" y="4439920"/>
            <a:ext cx="2501900" cy="988059"/>
          </a:xfrm>
          <a:prstGeom prst="rect">
            <a:avLst/>
          </a:prstGeom>
        </p:spPr>
      </p:pic>
      <p:sp>
        <p:nvSpPr>
          <p:cNvPr id="58" name="textbox 58"/>
          <p:cNvSpPr/>
          <p:nvPr/>
        </p:nvSpPr>
        <p:spPr>
          <a:xfrm>
            <a:off x="288925" y="1853565"/>
            <a:ext cx="2722880" cy="5702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53695" algn="l" rtl="0" eaLnBrk="0">
              <a:lnSpc>
                <a:spcPct val="79000"/>
              </a:lnSpc>
            </a:pP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Challenges in</a:t>
            </a:r>
            <a:endParaRPr sz="23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12700" algn="l" rtl="0" eaLnBrk="0">
              <a:lnSpc>
                <a:spcPct val="71000"/>
              </a:lnSpc>
              <a:spcBef>
                <a:spcPts val="25"/>
              </a:spcBef>
            </a:pP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Visual-Inertial</a:t>
            </a:r>
            <a:r>
              <a:rPr sz="2300" kern="0" spc="2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SLAM</a:t>
            </a:r>
            <a:endParaRPr sz="23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60" name="table 60"/>
          <p:cNvGraphicFramePr>
            <a:graphicFrameLocks noGrp="1"/>
          </p:cNvGraphicFramePr>
          <p:nvPr/>
        </p:nvGraphicFramePr>
        <p:xfrm>
          <a:off x="6511290" y="4771390"/>
          <a:ext cx="2115184" cy="609600"/>
        </p:xfrm>
        <a:graphic>
          <a:graphicData uri="http://schemas.openxmlformats.org/drawingml/2006/table">
            <a:tbl>
              <a:tblPr/>
              <a:tblGrid>
                <a:gridCol w="2115184"/>
              </a:tblGrid>
              <a:tr h="603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2" name="textbox 62"/>
          <p:cNvSpPr/>
          <p:nvPr/>
        </p:nvSpPr>
        <p:spPr>
          <a:xfrm>
            <a:off x="4961255" y="3556635"/>
            <a:ext cx="1042670" cy="1061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8285" algn="l" rtl="0" eaLnBrk="0">
              <a:lnSpc>
                <a:spcPct val="72000"/>
              </a:lnSpc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imu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12700" algn="l" rtl="0" eaLnBrk="0">
              <a:lnSpc>
                <a:spcPct val="82000"/>
              </a:lnSpc>
              <a:spcBef>
                <a:spcPts val="695"/>
              </a:spcBef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processing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212725" algn="l" rtl="0" eaLnBrk="0">
              <a:lnSpc>
                <a:spcPct val="82000"/>
              </a:lnSpc>
              <a:spcBef>
                <a:spcPts val="485"/>
              </a:spcBef>
            </a:pPr>
            <a:r>
              <a:rPr sz="1700" i="1" kern="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_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imu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213360" algn="l" rtl="0" eaLnBrk="0">
              <a:lnSpc>
                <a:spcPct val="82000"/>
              </a:lnSpc>
              <a:spcBef>
                <a:spcPts val="485"/>
              </a:spcBef>
            </a:pPr>
            <a:r>
              <a:rPr sz="1700" i="1" kern="0" spc="1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</a:t>
            </a:r>
            <a:r>
              <a:rPr sz="1700" kern="0" spc="1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_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imu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6977456" y="3106775"/>
            <a:ext cx="1253489" cy="5099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225" indent="-10160" algn="l" rtl="0" eaLnBrk="0">
              <a:lnSpc>
                <a:spcPct val="95000"/>
              </a:lnSpc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Hippocampal </a:t>
            </a: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Spatial Ce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lls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9171127" y="1950135"/>
            <a:ext cx="2432685" cy="2781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2000"/>
              </a:lnSpc>
            </a:pPr>
            <a:r>
              <a:rPr sz="23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Robust</a:t>
            </a:r>
            <a:r>
              <a:rPr sz="2300" kern="0" spc="1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3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Localizati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on</a:t>
            </a:r>
            <a:endParaRPr sz="23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3563543" y="3345611"/>
            <a:ext cx="1097280" cy="482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4640" algn="l" rtl="0" eaLnBrk="0">
              <a:lnSpc>
                <a:spcPct val="70000"/>
              </a:lnSpc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HART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18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2000"/>
              </a:lnSpc>
              <a:spcBef>
                <a:spcPts val="0"/>
              </a:spcBef>
            </a:pP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dual-stream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70" name="picture 7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8724265" y="3354705"/>
            <a:ext cx="296545" cy="545465"/>
          </a:xfrm>
          <a:prstGeom prst="rect">
            <a:avLst/>
          </a:prstGeom>
        </p:spPr>
      </p:pic>
      <p:sp>
        <p:nvSpPr>
          <p:cNvPr id="72" name="textbox 72"/>
          <p:cNvSpPr/>
          <p:nvPr/>
        </p:nvSpPr>
        <p:spPr>
          <a:xfrm>
            <a:off x="3432175" y="4123055"/>
            <a:ext cx="631190" cy="484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2000"/>
              </a:lnSpc>
            </a:pPr>
            <a:r>
              <a:rPr lang="en-US" sz="17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</a:t>
            </a: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orsal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03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" algn="l" rtl="0" eaLnBrk="0">
              <a:lnSpc>
                <a:spcPts val="1270"/>
              </a:lnSpc>
              <a:spcBef>
                <a:spcPts val="5"/>
              </a:spcBef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stream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6" name="textbox 76"/>
          <p:cNvSpPr/>
          <p:nvPr/>
        </p:nvSpPr>
        <p:spPr>
          <a:xfrm>
            <a:off x="659891" y="5082895"/>
            <a:ext cx="1826895" cy="23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Loop closure fail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ure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9635058" y="2214295"/>
            <a:ext cx="1325244" cy="310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2300" kern="0" spc="1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&amp;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Mapping</a:t>
            </a:r>
            <a:endParaRPr sz="23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490855" y="4128490"/>
            <a:ext cx="2127885" cy="212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2000"/>
              </a:lnSpc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IMU bias accumulation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4196715" y="4123055"/>
            <a:ext cx="661035" cy="484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2000"/>
              </a:lnSpc>
            </a:pPr>
            <a:r>
              <a:rPr lang="en-US"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entral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03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590" algn="l" rtl="0" eaLnBrk="0">
              <a:lnSpc>
                <a:spcPts val="1270"/>
              </a:lnSpc>
              <a:spcBef>
                <a:spcPts val="5"/>
              </a:spcBef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stream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86" name="picture 8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5362485" y="3342004"/>
            <a:ext cx="128447" cy="241935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4465866" y="3869054"/>
            <a:ext cx="128447" cy="241935"/>
          </a:xfrm>
          <a:prstGeom prst="rect">
            <a:avLst/>
          </a:prstGeom>
        </p:spPr>
      </p:pic>
      <p:pic>
        <p:nvPicPr>
          <p:cNvPr id="92" name="picture 9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3689261" y="3878579"/>
            <a:ext cx="128447" cy="241935"/>
          </a:xfrm>
          <a:prstGeom prst="rect">
            <a:avLst/>
          </a:prstGeom>
        </p:spPr>
      </p:pic>
      <p:pic>
        <p:nvPicPr>
          <p:cNvPr id="94" name="picture 9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7531011" y="2914015"/>
            <a:ext cx="128447" cy="241934"/>
          </a:xfrm>
          <a:prstGeom prst="rect">
            <a:avLst/>
          </a:prstGeom>
        </p:spPr>
      </p:pic>
      <p:pic>
        <p:nvPicPr>
          <p:cNvPr id="11" name="picture 8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6830605" y="4509770"/>
            <a:ext cx="128448" cy="241934"/>
          </a:xfrm>
          <a:prstGeom prst="rect">
            <a:avLst/>
          </a:prstGeom>
        </p:spPr>
      </p:pic>
      <p:pic>
        <p:nvPicPr>
          <p:cNvPr id="13" name="picture 8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7983131" y="4509770"/>
            <a:ext cx="128447" cy="241934"/>
          </a:xfrm>
          <a:prstGeom prst="rect">
            <a:avLst/>
          </a:prstGeom>
        </p:spPr>
      </p:pic>
      <p:pic>
        <p:nvPicPr>
          <p:cNvPr id="8" name="picture 7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3011805" y="3372485"/>
            <a:ext cx="296545" cy="54546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9058910" y="4537710"/>
            <a:ext cx="247777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0815" algn="l" rtl="0" eaLnBrk="0">
              <a:lnSpc>
                <a:spcPct val="94000"/>
              </a:lnSpc>
              <a:spcBef>
                <a:spcPts val="5"/>
              </a:spcBef>
            </a:pP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  <a:sym typeface="+mn-ea"/>
              </a:rPr>
              <a:t>☑</a:t>
            </a:r>
            <a:r>
              <a:rPr sz="1700" kern="0" spc="-520" dirty="0">
                <a:solidFill>
                  <a:srgbClr val="000000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  <a:sym typeface="+mn-ea"/>
              </a:rPr>
              <a:t> </a:t>
            </a:r>
            <a:r>
              <a:rPr sz="17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Urban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7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environments  </a:t>
            </a: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  <a:sym typeface="+mn-ea"/>
              </a:rPr>
              <a:t>☑</a:t>
            </a:r>
            <a:r>
              <a:rPr sz="1700" kern="0" spc="-500" dirty="0">
                <a:solidFill>
                  <a:srgbClr val="000000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  <a:sym typeface="+mn-ea"/>
              </a:rPr>
              <a:t> </a:t>
            </a:r>
            <a:r>
              <a:rPr sz="17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Indoor</a:t>
            </a:r>
            <a:r>
              <a:rPr sz="1700" kern="0" spc="2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7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spaces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158115" algn="l" rtl="0" eaLnBrk="0">
              <a:lnSpc>
                <a:spcPct val="94000"/>
              </a:lnSpc>
              <a:spcBef>
                <a:spcPts val="15"/>
              </a:spcBef>
            </a:pPr>
            <a:r>
              <a:rPr sz="1700" kern="0" spc="140" dirty="0">
                <a:solidFill>
                  <a:srgbClr val="000000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  <a:sym typeface="+mn-ea"/>
              </a:rPr>
              <a:t>☑</a:t>
            </a:r>
            <a:r>
              <a:rPr sz="1700" kern="0" spc="-360" dirty="0">
                <a:solidFill>
                  <a:srgbClr val="000000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  <a:sym typeface="+mn-ea"/>
              </a:rPr>
              <a:t> </a:t>
            </a:r>
            <a:r>
              <a:rPr sz="17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Challenging</a:t>
            </a:r>
            <a:r>
              <a:rPr sz="1700" kern="0" spc="1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7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lighting</a:t>
            </a:r>
            <a:endParaRPr lang="zh-CN" altLang="en-US" sz="1700" kern="0" dirty="0">
              <a:solidFill>
                <a:srgbClr val="000000">
                  <a:alpha val="100000"/>
                </a:srgb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+mn-ea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0"/>
          <a:srcRect l="7776" t="18628" r="13724" b="26314"/>
          <a:stretch>
            <a:fillRect/>
          </a:stretch>
        </p:blipFill>
        <p:spPr>
          <a:xfrm>
            <a:off x="1045845" y="2501900"/>
            <a:ext cx="1320800" cy="56388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1344295" y="3478326"/>
            <a:ext cx="605027" cy="60452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1369504" y="4487976"/>
            <a:ext cx="554608" cy="564515"/>
          </a:xfrm>
          <a:prstGeom prst="rect">
            <a:avLst/>
          </a:prstGeom>
        </p:spPr>
      </p:pic>
      <p:pic>
        <p:nvPicPr>
          <p:cNvPr id="19" name="picture 1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3541395" y="2187575"/>
            <a:ext cx="969645" cy="684530"/>
          </a:xfrm>
          <a:prstGeom prst="rect">
            <a:avLst/>
          </a:prstGeom>
        </p:spPr>
      </p:pic>
      <p:pic>
        <p:nvPicPr>
          <p:cNvPr id="21" name="picture 1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4740910" y="2198370"/>
            <a:ext cx="1282065" cy="65278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7148830" y="2424430"/>
            <a:ext cx="909955" cy="45212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6588125" y="3634740"/>
            <a:ext cx="615315" cy="59436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7678674" y="3595877"/>
            <a:ext cx="720852" cy="687323"/>
          </a:xfrm>
          <a:prstGeom prst="rect">
            <a:avLst/>
          </a:prstGeom>
        </p:spPr>
      </p:pic>
      <p:pic>
        <p:nvPicPr>
          <p:cNvPr id="23" name="picture 18"/>
          <p:cNvPicPr>
            <a:picLocks noChangeAspect="1"/>
          </p:cNvPicPr>
          <p:nvPr/>
        </p:nvPicPr>
        <p:blipFill>
          <a:blip r:embed="rId28"/>
          <a:srcRect t="15475" b="34475"/>
          <a:stretch>
            <a:fillRect/>
          </a:stretch>
        </p:blipFill>
        <p:spPr>
          <a:xfrm rot="43200000">
            <a:off x="9550400" y="2495550"/>
            <a:ext cx="1611630" cy="9810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553</Words>
  <Application>WPS 演示</Application>
  <PresentationFormat/>
  <Paragraphs>82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Arial</vt:lpstr>
      <vt:lpstr>Times New Roman</vt:lpstr>
      <vt:lpstr>黑体</vt:lpstr>
      <vt:lpstr>MS Gothic</vt:lpstr>
      <vt:lpstr>微软雅黑</vt:lpstr>
      <vt:lpstr>Arial Unicode MS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WPS_1757898110</cp:lastModifiedBy>
  <cp:revision>1</cp:revision>
  <dcterms:created xsi:type="dcterms:W3CDTF">2026-05-23T15:53:21Z</dcterms:created>
  <dcterms:modified xsi:type="dcterms:W3CDTF">2026-05-23T15:53:21Z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2026-03-17T14:49:10Z</vt:filetime>
  </property>
  <property fmtid="{D5CDD505-2E9C-101B-9397-08002B2CF9AE}" pid="4" name="ICV">
    <vt:lpwstr>3A313AD7703B4A5B8EEA6BF28CD93C84_12</vt:lpwstr>
  </property>
  <property fmtid="{D5CDD505-2E9C-101B-9397-08002B2CF9AE}" pid="5" name="KSOProductBuildVer">
    <vt:lpwstr>2052-12.1.0.25865</vt:lpwstr>
  </property>
</Properties>
</file>