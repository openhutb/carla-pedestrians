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0" Type="http://schemas.openxmlformats.org/officeDocument/2006/relationships/image" Target="../media/image29.png"/><Relationship Id="rId3" Type="http://schemas.openxmlformats.org/officeDocument/2006/relationships/image" Target="../media/image2.png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jpe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470" y="1550645"/>
            <a:ext cx="11802740" cy="405614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3676967" y="1557337"/>
            <a:ext cx="5232400" cy="478155"/>
            <a:chOff x="0" y="0"/>
            <a:chExt cx="5232400" cy="47815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232400" cy="478155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5258434" cy="508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71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63220" algn="l" rtl="0" eaLnBrk="0">
                <a:lnSpc>
                  <a:spcPct val="81000"/>
                </a:lnSpc>
                <a:tabLst/>
              </a:pP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NeuroLocMap:</a:t>
              </a: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Bio-Inspired   Fusion</a:t>
              </a:r>
              <a:endParaRPr sz="23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113519" y="2590800"/>
            <a:ext cx="2505456" cy="99212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83967" y="1816417"/>
            <a:ext cx="2973069" cy="371665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21101" y="2119241"/>
            <a:ext cx="1133475" cy="79909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660391" y="2112263"/>
            <a:ext cx="1362455" cy="69342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45485" y="2072005"/>
            <a:ext cx="2771774" cy="2590799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674780" y="4653279"/>
            <a:ext cx="128447" cy="24193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3199130" cy="342455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55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25550" algn="l" rtl="0" eaLnBrk="0">
                <a:lnSpc>
                  <a:spcPct val="88000"/>
                </a:lnSpc>
                <a:tabLst/>
              </a:pPr>
              <a:r>
                <a:rPr sz="2300" b="1" kern="0" spc="6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+</a:t>
              </a:r>
              <a:endParaRPr sz="23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sp>
          <p:nvSpPr>
            <p:cNvPr id="24" name="textbox 24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93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56514" indent="172085" algn="l" rtl="0" eaLnBrk="0">
                <a:lnSpc>
                  <a:spcPct val="77000"/>
                </a:lnSpc>
                <a:tabLst/>
              </a:pPr>
              <a:r>
                <a:rPr sz="2700" kern="0" spc="0" baseline="3858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LSTM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</a:t>
              </a:r>
              <a:r>
                <a:rPr sz="3600" b="1" kern="0" spc="0" baseline="-11575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＋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2700" kern="0" spc="0" baseline="3858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Lightwei</a:t>
              </a:r>
              <a:r>
                <a:rPr sz="2700" kern="0" spc="-10" baseline="3858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ght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Fixed - Gate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Attention Module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320609" y="4467026"/>
            <a:ext cx="554608" cy="56503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295400" y="3454907"/>
            <a:ext cx="605027" cy="60502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306187" y="2571474"/>
            <a:ext cx="603265" cy="38297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9372" y="1816417"/>
            <a:ext cx="2930525" cy="371665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588252" y="3634740"/>
            <a:ext cx="615695" cy="59436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758684" y="3584447"/>
            <a:ext cx="720852" cy="687323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194718" y="2424607"/>
            <a:ext cx="853524" cy="42405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353809" y="2022475"/>
            <a:ext cx="2303780" cy="341312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395497" y="2217775"/>
            <a:ext cx="5271134" cy="1154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2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(Complementary Fusion)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532"/>
              </a:spcBef>
              <a:tabLst/>
            </a:pPr>
            <a:r>
              <a:rPr sz="2700" kern="0" spc="0" baseline="-771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Visual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0" baseline="-7716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Cortex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700" kern="0" spc="0" baseline="964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Vestibular</a:t>
            </a:r>
            <a:endParaRPr sz="2700" baseline="9645" dirty="0">
              <a:latin typeface="Times New Roman"/>
              <a:ea typeface="Times New Roman"/>
              <a:cs typeface="Times New Roman"/>
            </a:endParaRPr>
          </a:p>
          <a:p>
            <a:pPr marL="666115" algn="l" rtl="0" eaLnBrk="0">
              <a:lnSpc>
                <a:spcPct val="81000"/>
              </a:lnSpc>
              <a:spcBef>
                <a:spcPts val="411"/>
              </a:spcBef>
              <a:tabLst>
                <a:tab pos="1610994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System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933736" y="3093084"/>
            <a:ext cx="128447" cy="241935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9107169" y="3564254"/>
            <a:ext cx="2518410" cy="1941829"/>
            <a:chOff x="0" y="0"/>
            <a:chExt cx="2518410" cy="1941829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2518410" cy="1941829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2544445" cy="1967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19075" algn="l" rtl="0" eaLnBrk="0">
                <a:lnSpc>
                  <a:spcPct val="80000"/>
                </a:lnSpc>
                <a:spcBef>
                  <a:spcPts val="3"/>
                </a:spcBef>
                <a:tabLst/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 38.</a:t>
              </a:r>
              <a:r>
                <a:rPr sz="1700" kern="0" spc="18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1%  RMSE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↓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219075" algn="l" rtl="0" eaLnBrk="0">
                <a:lnSpc>
                  <a:spcPct val="70000"/>
                </a:lnSpc>
                <a:spcBef>
                  <a:spcPts val="224"/>
                </a:spcBef>
                <a:tabLst/>
              </a:pP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</a:t>
              </a:r>
              <a:r>
                <a:rPr sz="1700" kern="0" spc="2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195 VT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219075" algn="l" rtl="0" eaLnBrk="0">
                <a:lnSpc>
                  <a:spcPct val="72000"/>
                </a:lnSpc>
                <a:spcBef>
                  <a:spcPts val="426"/>
                </a:spcBef>
                <a:tabLst/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 Real-time:~31 FPS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219075" algn="l" rtl="0" eaLnBrk="0">
                <a:lnSpc>
                  <a:spcPct val="81000"/>
                </a:lnSpc>
                <a:spcBef>
                  <a:spcPts val="411"/>
                </a:spcBef>
                <a:tabLst/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·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Zero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shot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deployment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170814" algn="l" rtl="0" eaLnBrk="0">
                <a:lnSpc>
                  <a:spcPct val="121000"/>
                </a:lnSpc>
                <a:spcBef>
                  <a:spcPts val="4"/>
                </a:spcBef>
                <a:tabLst/>
              </a:pP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☑</a:t>
              </a:r>
              <a:r>
                <a:rPr sz="1700" kern="0" spc="-52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Urban</a:t>
              </a: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environments 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☑</a:t>
              </a:r>
              <a:r>
                <a:rPr sz="1700" kern="0" spc="-50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Indoor</a:t>
              </a:r>
              <a:r>
                <a:rPr sz="1700" kern="0" spc="29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spaces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158114" algn="l" rtl="0" eaLnBrk="0">
                <a:lnSpc>
                  <a:spcPct val="94000"/>
                </a:lnSpc>
                <a:spcBef>
                  <a:spcPts val="17"/>
                </a:spcBef>
                <a:tabLst/>
              </a:pP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☑</a:t>
              </a:r>
              <a:r>
                <a:rPr sz="1700" kern="0" spc="-360" dirty="0">
                  <a:solidFill>
                    <a:srgbClr val="000000">
                      <a:alpha val="100000"/>
                    </a:srgbClr>
                  </a:solidFill>
                  <a:latin typeface="MS Gothic"/>
                  <a:ea typeface="MS Gothic"/>
                  <a:cs typeface="MS Gothic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Challenging</a:t>
              </a: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lighting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6720281" y="3775506"/>
            <a:ext cx="1826895" cy="160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3409" algn="l" rtl="0" eaLnBrk="0">
              <a:lnSpc>
                <a:spcPct val="88000"/>
              </a:lnSpc>
              <a:tabLst/>
            </a:pPr>
            <a:r>
              <a:rPr sz="2300" b="1" kern="0" spc="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spcBef>
                <a:spcPts val="518"/>
              </a:spcBef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Hdc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3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grid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cell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8585" algn="l" rtl="0" eaLnBrk="0">
              <a:lnSpc>
                <a:spcPts val="1310"/>
              </a:lnSpc>
              <a:spcBef>
                <a:spcPts val="520"/>
              </a:spcBef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ψ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x, y,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9240" algn="l" rtl="0" eaLnBrk="0">
              <a:lnSpc>
                <a:spcPct val="81000"/>
              </a:lnSpc>
              <a:spcBef>
                <a:spcPts val="2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DoF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pose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99897" y="3115665"/>
            <a:ext cx="225552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Visual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drift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low-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light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49250" y="2462529"/>
            <a:ext cx="2501900" cy="98806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349250" y="4439920"/>
            <a:ext cx="2501900" cy="988059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170383" y="1839645"/>
            <a:ext cx="2722879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3695" algn="l" rtl="0" eaLnBrk="0">
              <a:lnSpc>
                <a:spcPct val="79000"/>
              </a:lnSpc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Challenges in</a:t>
            </a:r>
            <a:endParaRPr sz="23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1000"/>
              </a:lnSpc>
              <a:spcBef>
                <a:spcPts val="24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Visual-Inertial</a:t>
            </a:r>
            <a:r>
              <a:rPr sz="2300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SLAM</a:t>
            </a:r>
            <a:endParaRPr sz="2300" dirty="0"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511290" y="4771390"/>
          <a:ext cx="2115184" cy="609600"/>
        </p:xfrm>
        <a:graphic>
          <a:graphicData uri="http://schemas.openxmlformats.org/drawingml/2006/table">
            <a:tbl>
              <a:tblPr/>
              <a:tblGrid>
                <a:gridCol w="2115184"/>
              </a:tblGrid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4927142" y="3542385"/>
            <a:ext cx="1003935" cy="1061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8284" algn="l" rtl="0" eaLnBrk="0">
              <a:lnSpc>
                <a:spcPct val="72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imu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2000"/>
              </a:lnSpc>
              <a:spcBef>
                <a:spcPts val="695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processing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212725" algn="l" rtl="0" eaLnBrk="0">
              <a:lnSpc>
                <a:spcPct val="82000"/>
              </a:lnSpc>
              <a:spcBef>
                <a:spcPts val="487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imu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213359" algn="l" rtl="0" eaLnBrk="0">
              <a:lnSpc>
                <a:spcPct val="82000"/>
              </a:lnSpc>
              <a:spcBef>
                <a:spcPts val="487"/>
              </a:spcBef>
              <a:tabLst/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imu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6977456" y="3106775"/>
            <a:ext cx="12534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1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indent="-10160" algn="l" rtl="0" eaLnBrk="0">
              <a:lnSpc>
                <a:spcPct val="95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Hippocampal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Spatial Ce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lls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233992" y="1936165"/>
            <a:ext cx="2432685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Robust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Localizati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on</a:t>
            </a:r>
            <a:endParaRPr sz="2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500678" y="3345611"/>
            <a:ext cx="109728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ct val="70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HART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spcBef>
                <a:spcPts val="2"/>
              </a:spcBef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dual-stream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8561303" y="3279468"/>
            <a:ext cx="509273" cy="748008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3285566" y="4122775"/>
            <a:ext cx="631190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Dorsal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9684" algn="l" rtl="0" eaLnBrk="0">
              <a:lnSpc>
                <a:spcPts val="1271"/>
              </a:lnSpc>
              <a:spcBef>
                <a:spcPts val="7"/>
              </a:spcBef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stream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892168" y="3442498"/>
            <a:ext cx="510266" cy="745785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59891" y="5082895"/>
            <a:ext cx="182689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Loop closure fail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ure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544253" y="2291130"/>
            <a:ext cx="1325244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&amp;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Mapping</a:t>
            </a:r>
            <a:endParaRPr sz="23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0855" y="4128490"/>
            <a:ext cx="212788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IMU bias accumulation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4180992" y="4122775"/>
            <a:ext cx="683894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Ventral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71"/>
              </a:lnSpc>
              <a:spcBef>
                <a:spcPts val="5"/>
              </a:spcBef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stream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6830605" y="4509770"/>
            <a:ext cx="128448" cy="241934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341530" y="3342004"/>
            <a:ext cx="128447" cy="24193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7983131" y="4509770"/>
            <a:ext cx="128447" cy="24193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4465866" y="3899534"/>
            <a:ext cx="128447" cy="24193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3570516" y="3899534"/>
            <a:ext cx="128447" cy="24193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7531011" y="2851150"/>
            <a:ext cx="128447" cy="2419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2026-01-11T22:51:44Z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2026-03-17T14:49:10</vt:filetime>
  </property>
</Properties>
</file>