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0" y="1061720"/>
            <a:ext cx="4459566" cy="4512944"/>
            <a:chOff x="0" y="0"/>
            <a:chExt cx="4459566" cy="4512944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459566" cy="4512944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260619" y="49677"/>
              <a:ext cx="2908935" cy="1284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29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Vestibular Sy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stem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2000"/>
                </a:lnSpc>
                <a:spcBef>
                  <a:spcPts val="515"/>
                </a:spcBef>
                <a:tabLst/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imu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6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2305685" algn="l" rtl="0" eaLnBrk="0">
                <a:lnSpc>
                  <a:spcPct val="82000"/>
                </a:lnSpc>
                <a:spcBef>
                  <a:spcPts val="3"/>
                </a:spcBef>
                <a:tabLst/>
              </a:pP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v_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imu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1502859" y="2161636"/>
              <a:ext cx="2898139" cy="759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4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69000"/>
                </a:lnSpc>
                <a:tabLst/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Visual Cortex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  <a:p>
              <a:pPr marL="2014220" algn="l" rtl="0" eaLnBrk="0">
                <a:lnSpc>
                  <a:spcPct val="74000"/>
                </a:lnSpc>
                <a:spcBef>
                  <a:spcPts val="58"/>
                </a:spcBef>
                <a:tabLst/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HART</a:t>
              </a:r>
              <a:endParaRPr sz="17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453"/>
                </a:lnSpc>
                <a:spcBef>
                  <a:spcPts val="91"/>
                </a:spcBef>
                <a:tabLst/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dual-stre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am</a:t>
              </a:r>
              <a:endParaRPr sz="17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132348" y="3161299"/>
              <a:ext cx="1981835" cy="1064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4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6000"/>
                </a:lnSpc>
                <a:tabLst/>
              </a:pPr>
              <a:r>
                <a:rPr sz="1500" kern="0" spc="3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MonocularTown</a:t>
              </a:r>
              <a:endParaRPr sz="1500" dirty="0">
                <a:latin typeface="Times New Roman"/>
                <a:ea typeface="Times New Roman"/>
                <a:cs typeface="Times New Roman"/>
              </a:endParaRPr>
            </a:p>
            <a:p>
              <a:pPr marL="63500" algn="l" rtl="0" eaLnBrk="0">
                <a:lnSpc>
                  <a:spcPct val="94000"/>
                </a:lnSpc>
                <a:spcBef>
                  <a:spcPts val="13"/>
                </a:spcBef>
                <a:tabLst/>
              </a:pPr>
              <a:r>
                <a:rPr sz="1500" kern="0" spc="5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RGB</a:t>
              </a:r>
              <a:endParaRPr sz="15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12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820419" indent="-256540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Dorsal stream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motion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)</a:t>
              </a:r>
              <a:endParaRPr sz="1700" dirty="0">
                <a:latin typeface="Arial"/>
                <a:ea typeface="Arial"/>
                <a:cs typeface="Arial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2753639" y="3698417"/>
              <a:ext cx="1497964" cy="5403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2550" indent="-69850" algn="l" rtl="0" eaLnBrk="0">
                <a:lnSpc>
                  <a:spcPct val="99000"/>
                </a:lnSpc>
                <a:tabLst/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Ventral stream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(appearance)</a:t>
              </a:r>
              <a:endParaRPr sz="1700" dirty="0"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718684" y="993647"/>
            <a:ext cx="4264025" cy="4581652"/>
            <a:chOff x="0" y="0"/>
            <a:chExt cx="4264025" cy="4581652"/>
          </a:xfrm>
        </p:grpSpPr>
        <p:sp>
          <p:nvSpPr>
            <p:cNvPr id="12" name="textbox 12"/>
            <p:cNvSpPr/>
            <p:nvPr/>
          </p:nvSpPr>
          <p:spPr>
            <a:xfrm>
              <a:off x="899427" y="2006798"/>
              <a:ext cx="2912110" cy="14471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29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684" algn="l" rtl="0" eaLnBrk="0">
                <a:lnSpc>
                  <a:spcPct val="78000"/>
                </a:lnSpc>
                <a:tabLst/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Complemen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tary Fusion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7000"/>
                </a:lnSpc>
                <a:spcBef>
                  <a:spcPts val="3"/>
                </a:spcBef>
                <a:tabLst/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Hippocampal Spatia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 Cells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264025" cy="4581652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588492" y="28344"/>
              <a:ext cx="3333750" cy="820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02259" algn="l" rtl="0" eaLnBrk="0">
                <a:lnSpc>
                  <a:spcPts val="2422"/>
                </a:lnSpc>
                <a:tabLst/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囹</a:t>
              </a: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Temporal Pro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cessing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  <a:p>
              <a:pPr marL="184785" algn="l" rtl="0" eaLnBrk="0">
                <a:lnSpc>
                  <a:spcPct val="82000"/>
                </a:lnSpc>
                <a:spcBef>
                  <a:spcPts val="208"/>
                </a:spcBef>
                <a:tabLst/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LSTM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            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Lightweight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  <a:p>
              <a:pPr marL="12700" algn="l" rtl="0" eaLnBrk="0">
                <a:lnSpc>
                  <a:spcPct val="72000"/>
                </a:lnSpc>
                <a:spcBef>
                  <a:spcPts val="486"/>
                </a:spcBef>
                <a:tabLst/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Fixed - Gate         Attention Module</a:t>
              </a:r>
              <a:endParaRPr sz="17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9268459" y="1052829"/>
            <a:ext cx="2798444" cy="4521834"/>
            <a:chOff x="0" y="0"/>
            <a:chExt cx="2798444" cy="452183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798444" cy="452183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361708" y="131516"/>
              <a:ext cx="2024379" cy="566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90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5000"/>
                </a:lnSpc>
                <a:tabLst/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Location&amp;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mappin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  <a:p>
              <a:pPr marL="17145" algn="l" rtl="0" eaLnBrk="0">
                <a:lnSpc>
                  <a:spcPts val="2452"/>
                </a:lnSpc>
                <a:tabLst/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g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683791" y="4116511"/>
              <a:ext cx="1618614" cy="264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84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78000"/>
                </a:lnSpc>
                <a:tabLst/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experience map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1390" y="1251193"/>
            <a:ext cx="3434289" cy="1524317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5095950" y="4603357"/>
            <a:ext cx="3612515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28344" algn="l" rtl="0" eaLnBrk="0">
              <a:lnSpc>
                <a:spcPct val="83000"/>
              </a:lnSpc>
              <a:tabLst/>
            </a:pPr>
            <a:r>
              <a:rPr sz="3200" b="1" kern="0" spc="7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+</a:t>
            </a:r>
            <a:endParaRPr sz="32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604"/>
              </a:lnSpc>
              <a:spcBef>
                <a:spcPts val="2"/>
              </a:spcBef>
              <a:tabLst/>
            </a:pPr>
            <a:r>
              <a:rPr sz="2700" kern="0" spc="0" baseline="313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Hd</a:t>
            </a:r>
            <a:r>
              <a:rPr sz="1700" kern="0" spc="4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20" baseline="-341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20" baseline="-341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y,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20" baseline="-3419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700" kern="0" spc="20" baseline="313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700" kern="0" spc="0" baseline="313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700" kern="0" spc="0" baseline="313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700" kern="0" spc="0" baseline="31305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cell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DoF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pose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628155" y="5340375"/>
            <a:ext cx="16510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06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ψ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666624" y="5164175"/>
            <a:ext cx="197485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3000"/>
              </a:lnSpc>
              <a:tabLst/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id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364912" y="5342204"/>
            <a:ext cx="137160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66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x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374055" y="5218353"/>
            <a:ext cx="119379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0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41190" y="2746679"/>
            <a:ext cx="4844287" cy="46484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6079851" y="2724419"/>
            <a:ext cx="173736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Temporal     Features</a:t>
            </a:r>
            <a:endParaRPr sz="15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2026-01-11T23:59:41Z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2026-03-17T14:47:04</vt:filetime>
  </property>
</Properties>
</file>